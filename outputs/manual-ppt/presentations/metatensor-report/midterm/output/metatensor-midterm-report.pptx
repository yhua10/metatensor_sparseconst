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6d883bde04d2f" /><Relationship Type="http://schemas.openxmlformats.org/officeDocument/2006/relationships/extended-properties" Target="/docProps/app.xml" Id="R52f7e5bb87b14ccb" /><Relationship Type="http://schemas.openxmlformats.org/officeDocument/2006/relationships/officeDocument" Target="/ppt/presentation.xml" Id="Ra4436fac7399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7180625cd74763"/>
  </p:sldMasterIdLst>
  <p:notesMasterIdLst>
    <p:notesMasterId xmlns:r="http://schemas.openxmlformats.org/officeDocument/2006/relationships" r:id="R0fe30aa122bc4f20"/>
  </p:notesMasterIdLst>
  <p:sldIdLst>
    <p:sldId xmlns:r="http://schemas.openxmlformats.org/officeDocument/2006/relationships" id="256" r:id="R00d6327fce2d4f6a"/>
    <p:sldId xmlns:r="http://schemas.openxmlformats.org/officeDocument/2006/relationships" id="257" r:id="R860730bba9884e72"/>
    <p:sldId xmlns:r="http://schemas.openxmlformats.org/officeDocument/2006/relationships" id="258" r:id="R2ea5da60d14f4914"/>
    <p:sldId xmlns:r="http://schemas.openxmlformats.org/officeDocument/2006/relationships" id="259" r:id="Rcb6003d2368a481f"/>
    <p:sldId xmlns:r="http://schemas.openxmlformats.org/officeDocument/2006/relationships" id="260" r:id="R52388628dfb84047"/>
    <p:sldId xmlns:r="http://schemas.openxmlformats.org/officeDocument/2006/relationships" id="261" r:id="R2e02bd9c35424544"/>
    <p:sldId xmlns:r="http://schemas.openxmlformats.org/officeDocument/2006/relationships" id="262" r:id="R92d865bc737a41d2"/>
    <p:sldId xmlns:r="http://schemas.openxmlformats.org/officeDocument/2006/relationships" id="263" r:id="R60c88337542249c1"/>
    <p:sldId xmlns:r="http://schemas.openxmlformats.org/officeDocument/2006/relationships" id="264" r:id="R01de269e7d3648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6171d75ba84498" /><Relationship Type="http://schemas.openxmlformats.org/officeDocument/2006/relationships/slideMaster" Target="/ppt/slideMasters/slideMaster1.xml" Id="R0e7180625cd74763" /><Relationship Type="http://schemas.openxmlformats.org/officeDocument/2006/relationships/notesMaster" Target="/ppt/notesMasters/notesMaster1.xml" Id="R0fe30aa122bc4f20" /><Relationship Type="http://schemas.openxmlformats.org/officeDocument/2006/relationships/presProps" Target="/ppt/presProps.xml" Id="Re27ee84873844832" /><Relationship Type="http://schemas.openxmlformats.org/officeDocument/2006/relationships/viewProps" Target="/ppt/viewProps.xml" Id="Re04a5b92d4114fca" /><Relationship Type="http://schemas.openxmlformats.org/officeDocument/2006/relationships/tableStyles" Target="/ppt/tableStyles.xml" Id="Rbb0d32ca19d249e9" /><Relationship Type="http://schemas.openxmlformats.org/officeDocument/2006/relationships/slide" Target="/ppt/slides/slide1.xml" Id="R00d6327fce2d4f6a" /><Relationship Type="http://schemas.openxmlformats.org/officeDocument/2006/relationships/slide" Target="/ppt/slides/slide2.xml" Id="R860730bba9884e72" /><Relationship Type="http://schemas.openxmlformats.org/officeDocument/2006/relationships/slide" Target="/ppt/slides/slide3.xml" Id="R2ea5da60d14f4914" /><Relationship Type="http://schemas.openxmlformats.org/officeDocument/2006/relationships/slide" Target="/ppt/slides/slide4.xml" Id="Rcb6003d2368a481f" /><Relationship Type="http://schemas.openxmlformats.org/officeDocument/2006/relationships/slide" Target="/ppt/slides/slide5.xml" Id="R52388628dfb84047" /><Relationship Type="http://schemas.openxmlformats.org/officeDocument/2006/relationships/slide" Target="/ppt/slides/slide6.xml" Id="R2e02bd9c35424544" /><Relationship Type="http://schemas.openxmlformats.org/officeDocument/2006/relationships/slide" Target="/ppt/slides/slide7.xml" Id="R92d865bc737a41d2" /><Relationship Type="http://schemas.openxmlformats.org/officeDocument/2006/relationships/slide" Target="/ppt/slides/slide8.xml" Id="R60c88337542249c1" /><Relationship Type="http://schemas.openxmlformats.org/officeDocument/2006/relationships/slide" Target="/ppt/slides/slide9.xml" Id="R01de269e7d3648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f64af3a7394a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a6605f49f4fa6" /><Relationship Type="http://schemas.openxmlformats.org/officeDocument/2006/relationships/notesMaster" Target="/ppt/notesMasters/notesMaster1.xml" Id="R27ed65880ee44a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711a95afd24178" /><Relationship Type="http://schemas.openxmlformats.org/officeDocument/2006/relationships/notesMaster" Target="/ppt/notesMasters/notesMaster1.xml" Id="Re26b61f8926a4f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9b8f0f764642bd" /><Relationship Type="http://schemas.openxmlformats.org/officeDocument/2006/relationships/notesMaster" Target="/ppt/notesMasters/notesMaster1.xml" Id="R0a5d9a3c50de40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48b7fd5bc440ef" /><Relationship Type="http://schemas.openxmlformats.org/officeDocument/2006/relationships/notesMaster" Target="/ppt/notesMasters/notesMaster1.xml" Id="Rc8829e042f7b47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bec8a877544c1a" /><Relationship Type="http://schemas.openxmlformats.org/officeDocument/2006/relationships/notesMaster" Target="/ppt/notesMasters/notesMaster1.xml" Id="R244f4a62ccc046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5840da10a74d70" /><Relationship Type="http://schemas.openxmlformats.org/officeDocument/2006/relationships/notesMaster" Target="/ppt/notesMasters/notesMaster1.xml" Id="Rf9accafec2114b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dcfc4cb1b24928" /><Relationship Type="http://schemas.openxmlformats.org/officeDocument/2006/relationships/notesMaster" Target="/ppt/notesMasters/notesMaster1.xml" Id="Re43990bac0f340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99f2a51cb4d17" /><Relationship Type="http://schemas.openxmlformats.org/officeDocument/2006/relationships/notesMaster" Target="/ppt/notesMasters/notesMaster1.xml" Id="R3f9b1907140d4d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0e1d493c604ab2" /><Relationship Type="http://schemas.openxmlformats.org/officeDocument/2006/relationships/notesMaster" Target="/ppt/notesMasters/notesMaster1.xml" Id="Raf91e0f2f64143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f904c8eb042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eec938f8f0453e" /><Relationship Type="http://schemas.openxmlformats.org/officeDocument/2006/relationships/slideLayout" Target="/ppt/slideLayouts/slideLayout1.xml" Id="Rf08c4b1d6aef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8c4b1d6aef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a40e5e2134c0d" /><Relationship Type="http://schemas.openxmlformats.org/officeDocument/2006/relationships/notesSlide" Target="/ppt/notesSlides/notesSlide1.xml" Id="R7278749bda5748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9a6fad2cc45d5" /><Relationship Type="http://schemas.openxmlformats.org/officeDocument/2006/relationships/notesSlide" Target="/ppt/notesSlides/notesSlide2.xml" Id="Rf2da8cf5d6ed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147e4604b428a" /><Relationship Type="http://schemas.openxmlformats.org/officeDocument/2006/relationships/notesSlide" Target="/ppt/notesSlides/notesSlide3.xml" Id="R620550ecbd9744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38e51a9ee4826" /><Relationship Type="http://schemas.openxmlformats.org/officeDocument/2006/relationships/notesSlide" Target="/ppt/notesSlides/notesSlide4.xml" Id="Rb426f7218f914c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62ebc54424330" /><Relationship Type="http://schemas.openxmlformats.org/officeDocument/2006/relationships/notesSlide" Target="/ppt/notesSlides/notesSlide5.xml" Id="Rfaff5961b9ff41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857cf4df847aa" /><Relationship Type="http://schemas.openxmlformats.org/officeDocument/2006/relationships/notesSlide" Target="/ppt/notesSlides/notesSlide6.xml" Id="R0abc8781ef0848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4c9aa936e4664" /><Relationship Type="http://schemas.openxmlformats.org/officeDocument/2006/relationships/notesSlide" Target="/ppt/notesSlides/notesSlide7.xml" Id="Rd8b7f2225a9f49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82d6a564549e1" /><Relationship Type="http://schemas.openxmlformats.org/officeDocument/2006/relationships/notesSlide" Target="/ppt/notesSlides/notesSlide8.xml" Id="R9b37fe336f234b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1f2caded144ed" /><Relationship Type="http://schemas.openxmlformats.org/officeDocument/2006/relationships/notesSlide" Target="/ppt/notesSlides/notesSlide9.xml" Id="R277aeaef16dc49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C6189-B950-4AE9-9B57-093A13DD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C3FF4-DC8B-4F86-B4C2-1795E3E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36745-78BA-450A-9BF0-F1AB5FF2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C2D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C2D9"/>
                </a:solidFill>
                <a:latin typeface="Aptos"/>
                <a:ea typeface="Aptos"/>
                <a:cs typeface="Aptos"/>
              </a:rPr>
              <a:t>科研课堂中期报告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A1FE9-A7C8-48E0-8413-292359FE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面向 MetaTensor 的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稀疏常量乘法代码生成优化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E7D61-0327-424A-A57F-D95544F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DC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6DCEB"/>
                </a:solidFill>
                <a:latin typeface="Aptos"/>
                <a:ea typeface="Aptos"/>
                <a:cs typeface="Aptos"/>
              </a:rPr>
              <a:t>当前状态：插件原型、注册入口、测试用例与验证闭环已经完成。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CAA45-2C3B-41BA-BCA2-F8B0DA1C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ED2A5-DCEC-4279-B013-A1152986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721B4-87F0-4186-87B3-BA52DB70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新增 block2data 插件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B9F3-0256-4A60-B241-293147B8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052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5522A-B9E2-4570-9015-30A47654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957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12085-5198-4EC2-93DC-8385F5D1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测试向量长度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F25A5-24AC-4186-A755-DF7248FB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052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99FCE-A0F3-4FDF-B371-B579734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957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E9D6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E9D62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A6246-E151-4E4C-9D91-39249813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91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验证程序输出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D7C1E7-698C-44AB-8FFC-2A2AA952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219200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34405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DD8B0-DC16-499D-9F17-9CEB0157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71600"/>
            <a:ext cx="29908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mingw32-make -f Makefile_test_sparse_const verify_sparse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.\verify_sparse.exe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=&gt; 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06AEA-F9FA-49B8-AEF9-611964A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2D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6C2D9"/>
                </a:solidFill>
                <a:latin typeface="Aptos"/>
                <a:ea typeface="Aptos"/>
                <a:cs typeface="Aptos"/>
              </a:rPr>
              <a:t>报告日期：2026.06.12</a:t>
            </a:r>
          </a:p>
        </p:txBody>
      </p:sp>
    </p:spTree>
    <p:extLst>
      <p:ext uri="{BB962C8B-B14F-4D97-AF65-F5344CB8AC3E}">
        <p14:creationId xmlns:p14="http://schemas.microsoft.com/office/powerpoint/2010/main" val="10969540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4F67E-B753-49C7-9925-16639CFD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1C9EA-C5E0-4438-BB84-67E4AB4B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9A350-1D8D-4C18-8B4E-F6DFA773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BBB0B-364F-4F9A-93C0-BE02AC54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RECAP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1470C-FBBC-4F98-82F8-9B794322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研究问题已经收敛到一个可验证的代码生成优化。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D88A0-0085-4B13-A7AE-1B116B3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核心表达式仍是 reduce_prod - (K &amp; X)，数学含义是 Y[i] = K[i] * X[i]。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3F4AE-EA8D-4D24-ACFB-4274B78F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3440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14863-3065-4976-8297-6592581B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3657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目标结构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reduce_prod - (K &amp; 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约束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K: region_direct 常量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X: 运行期输入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K 与 X 一维索引一致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33A75-4C8B-4367-AEC5-8C396C2E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9800"/>
            <a:ext cx="247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C6976-3FB7-4C1B-8658-C2AB8573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98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4BD97-8A62-42FF-95F1-D5ADDF76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81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普通生成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94252-0C3A-4519-B063-F018E76A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2114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每个位置都进入乘法和写入逻辑，零系数位置也消耗运行期操作。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0896C-EDA3-4949-80CD-3AE9A164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47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9983B-E068-410F-B034-BD544727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EDBCB-2232-4C92-A2B7-2263755D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2114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特化生成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33535-422C-4310-A0C3-F5C7BFB9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24150"/>
            <a:ext cx="2114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输出先清零，只对非零系数生成赋值语句。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73B1C-2DAA-42D2-9A6A-5505FFFB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A8E05-5299-4782-BCD3-827CF43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BEFC8-E8CF-4DD6-988C-130C0A43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中期报告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829B8-62E2-4F20-BD1B-03B5453B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9160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385B6D-D186-4075-8CAC-79C9BAAA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63E47-4BE0-4B2F-B463-B54E1FC9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FD898-A2A8-475F-8CA2-AC3AFDC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4B83B-4E1E-4556-B1F7-1339259F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ENTRY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BF3A0-19A7-4575-A70E-0B2CB1B8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插件被接入 C99 target 的 block2data 调度链。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8C053-D072-4E33-9122-5C715FB2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后注册优先匹配，使 sparse const 插件能够先于通用 arithmetic 尝试处理。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92570-D59A-4E2B-A74E-46C35447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17512-2894-46EC-BC88-8DC0CDB8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block2data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B87EB-7991-48C7-B8B3-95DC13E4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885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接收计算 block，尝试生成输出 datadesc_set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141FD-438C-47D2-9AEE-D814C75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5CBAC-A253-4D8D-8E48-CBA5AE43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9D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9D62"/>
                </a:solidFill>
                <a:latin typeface="Aptos"/>
                <a:ea typeface="Aptos"/>
                <a:cs typeface="Aptos"/>
              </a:rPr>
              <a:t>sparse_const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C9891-D46D-4843-BCE9-BA86B5B8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885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识别稀疏常量乘输入向量结构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A2E3F-D0A8-4DC2-BD69-1812FFE5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9A8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4863B-9DBA-452C-B93F-22C70DF2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target_c99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F9BFF-9C24-457D-9161-FDB65C4A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1885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发射 malloc、memset 和赋值语句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8CA8B-C1C0-46AA-9684-1B705AAA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952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3AF6A-4885-4ABE-AA37-3AA0A9AD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952D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86F59-1602-4D37-A26B-1C041C00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62250"/>
            <a:ext cx="1695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编译生成代码并对比结果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DBBFB-0A94-451E-AB54-97FAC73A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1363F-F3EA-4456-B67C-6496CB70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2069C-12F4-4118-8286-FDB70F2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09391-A391-4DB5-995D-10F9D52E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注册点：target_register_block2data(_base, block2data_sparse_const)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39BC69-D560-460D-BE06-0BB40D08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19E7C-18DA-4870-B17E-D875608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中期报告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89782-5B7D-4A81-93AF-7392AAAA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59515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FD3481-A76C-4C73-A10F-CBF5DB6F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D1343-9152-450B-8644-8E8F6216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CBE02-4AC7-4FF4-865D-E2E07B0D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BEAB2-48EA-4AF8-9D80-82AA9E86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7C125-358A-42E8-A529-D8DC9494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实现工作覆盖了匹配、检查、生成和返回结果。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A614A-4F5B-434E-B543-0B18BFE5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新增文件和修改点都围绕一条最小闭环展开。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12545-BBE8-471D-AA65-EB44AA51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0CA7A-7198-4F26-B077-7E90A3A0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DAD8E-12D9-4270-88C1-1D27EEF4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新增插件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D4E25-A064-4D5B-A55E-CD59BA03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019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plugins/block2data_sparse_const.c</a:t>
            </a:r>
          </a:p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完成结构匹配、索引检查和代码发射。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943EC-D265-4DD0-9544-5B6D41FD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BC492-10E2-4E20-BF70-BF410150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32ACC-0022-4549-B617-2AF4B11C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注册声明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BEEFB-EB1D-47EF-B534-C100D17E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86050"/>
            <a:ext cx="2019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include/plugins.h</a:t>
            </a:r>
          </a:p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targets/target_c99.c</a:t>
            </a:r>
          </a:p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让插件进入调度链。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197D6-6C50-4E08-8119-1FAC1E0F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E7255-9F4D-45A8-BCF0-056171D1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9E339-7413-47E4-A5FE-172DD9D4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测试入口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D9803E-558C-41C8-81B6-B6EE8BBB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2019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test.sparse_const_basic.c</a:t>
            </a:r>
          </a:p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生成 dump_sparse.c。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82971-81FA-4EF6-A865-45C077D5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381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F7F13-A981-493A-9261-DC3B7103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5B3EE-8AB0-4184-BA8C-84B36DEC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验证入口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05FB0-1B8E-459C-9800-3099C48B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86050"/>
            <a:ext cx="2019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test.sparse_const_verify.c</a:t>
            </a:r>
          </a:p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与 compute_naive 对比。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FB9FE-0638-45AC-9224-E5D8F23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AB624-320E-45A7-88AB-E0522995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中期报告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2D0D3-69A4-4B26-8694-AEFE86A7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46635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E0E859-3DB9-45D6-A7A0-A4DF8A03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2D8F9-BE35-40A7-89C0-6119F1B5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C7E03-F575-4ADA-BD38-8DBFEC14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D85A1-B66C-42D0-9543-F43FEEB7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CODEGEN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864B2-AF35-4EE5-B535-A75BBAF2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生成代码只为非零常量位置保留运行期计算。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10E2C-A054-4214-8901-C3691897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零系数位置依赖 memset 后的零值，不发射冗余乘法。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2D8E9-4D30-4917-A89D-09CFEE32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000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34405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9802C-0849-4F80-A747-7F8FDB1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3657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K_data = {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  0.5, 0, 0, 1.2,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  0, 0, 1.0, 0,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  0, -0.3, 0, 0,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  0, 0, 0.7, 0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};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F8624-A7D4-44C0-8A9D-49834FA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62150"/>
            <a:ext cx="4095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3440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1247F-3F93-455B-8467-DC7AFD8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14550"/>
            <a:ext cx="37528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生成逻辑</a:t>
            </a:r>
          </a:p>
          <a:p xmlns:a="http://schemas.openxmlformats.org/drawingml/2006/main"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out = malloc(bytes)</a:t>
            </a:r>
          </a:p>
          <a:p xmlns:a="http://schemas.openxmlformats.org/drawingml/2006/main"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memset(out, 0, bytes)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out[0]  = 0.5f * x[0]</a:t>
            </a:r>
          </a:p>
          <a:p xmlns:a="http://schemas.openxmlformats.org/drawingml/2006/main"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out[3]  = 1.2f * x[3]</a:t>
            </a:r>
          </a:p>
          <a:p xmlns:a="http://schemas.openxmlformats.org/drawingml/2006/main"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out[6]  = x[6]</a:t>
            </a:r>
          </a:p>
          <a:p xmlns:a="http://schemas.openxmlformats.org/drawingml/2006/main"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out[9]  = -0.3f * x[9]</a:t>
            </a:r>
          </a:p>
          <a:p xmlns:a="http://schemas.openxmlformats.org/drawingml/2006/main">
            <a:pPr algn="l">
              <a:def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out[14] = 0.7f * x[14]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36AB2-49C3-46BF-861D-6BACF358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4350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9D6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9D62"/>
                </a:solidFill>
                <a:latin typeface="Aptos"/>
                <a:ea typeface="Aptos"/>
                <a:cs typeface="Aptos"/>
              </a:rPr>
              <a:t>16 个位置中只有 5 个非零系数进入赋值代码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97BA9-8797-43BA-85AD-D657E298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D75B0-DE01-4D84-9B63-B5092AD8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73BA3-A461-48C1-B390-B2A92C4F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中期报告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DBE3B-B490-496B-9339-47E33D95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75904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DDD58-096F-4021-A27D-FC04591D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6CD1F-3696-4FCC-BDB0-5C36AE3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C5ED0-C446-400D-9BC7-7EE8494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B3D36-C2F0-4633-A160-9876FC88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B9401-F5EE-4F46-A66C-3CAF0B6E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验证闭环证明生成函数与朴素实现一致。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5F1EC-DC31-440E-A9ED-1CB4055E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测试使用 ones 与 ramp 两组输入，比较误差阈值为 1e-6。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D980B-FA2C-434B-BF04-C2B8C01D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FAEE5-2149-4BB7-AB14-698E1444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1. 构造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AEDC9-20D5-494C-87B9-61C9CA39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2028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K_data + input_x</a:t>
            </a:r>
          </a:p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组成 reduce_prod - (K &amp; X)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E7597-D287-48F5-8466-7D9A4319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9A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E7A39-EBB4-4FD1-BC20-CFA20C49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2. 生成代码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274B8-CDFD-4D23-9147-EFEDA435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67000"/>
            <a:ext cx="2028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调用 block2data</a:t>
            </a:r>
          </a:p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写入 dump_sparse.c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19468-B374-423E-8B66-EE0D0C9D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23336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952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6F03B-039D-44B9-8323-FEBDB564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2028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95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7952D"/>
                </a:solidFill>
                <a:latin typeface="Aptos"/>
                <a:ea typeface="Aptos"/>
                <a:cs typeface="Aptos"/>
              </a:rPr>
              <a:t>3. 编译验证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DD269-B3CE-459E-9197-D2A6E954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20288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生成 verify_sparse.exe</a:t>
            </a:r>
          </a:p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链接 dump_sparse.o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ED698A-8DB8-4073-9C66-4E595513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47900"/>
            <a:ext cx="17621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D6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50724-37B4-4364-BB03-763E0B48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81250"/>
            <a:ext cx="1457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9D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9D62"/>
                </a:solidFill>
                <a:latin typeface="Aptos"/>
                <a:ea typeface="Aptos"/>
                <a:cs typeface="Aptos"/>
              </a:rPr>
              <a:t>4. 输出结果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C082-D03D-4BEE-9D1F-40FBEA65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1457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运行结果：OK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727B0-102C-4EDD-9217-B570F3D9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527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6640E-69B1-400B-B932-64B49CE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527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94269-6868-4F58-AADA-DF0DC947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527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56EA8-F5D4-4545-A960-4E041189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762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4405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616AE-C6B6-44F3-812C-14918F6B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29150"/>
            <a:ext cx="7277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验证命令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mingw32-make -f Makefile_test_sparse_const verify_sparse</a:t>
            </a:r>
          </a:p>
          <a:p xmlns:a="http://schemas.openxmlformats.org/drawingml/2006/main">
            <a:pPr algn="l">
              <a:def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8EDF7"/>
                </a:solidFill>
                <a:latin typeface="Aptos Mono"/>
                <a:ea typeface="Aptos Mono"/>
                <a:cs typeface="Aptos Mono"/>
              </a:rPr>
              <a:t>.\verify_sparse.exe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A9F8F-7752-4085-A608-CB26A35D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6029F-E8DF-42CC-8838-17F72AB4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中期报告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428D69-0C80-4DC0-9498-A775946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84586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300906-C927-4593-941A-82850BA7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644E-19D4-45DC-8188-918CA990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0453F-08BC-4FD7-860E-67B31D4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4B05A-988C-4C6A-893B-35C8FE10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CB622-A376-4AA7-810C-4B267D65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本地环境问题已通过仓库局部适配解决。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8720C-80F9-4AB9-8810-92593A49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没有改系统环境，主要改 Makefile 和项目内部函数命名。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EEB67-52AE-4F37-9800-426858AC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952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935A8-177B-4245-BACC-69E274CC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65C33-424E-461B-9E59-981080E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make 命令差异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C8E86-CACC-49D3-B7E2-355BF661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590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当前环境没有 make，但有 mingw32-make；测试命令改用 mingw32-make。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699FE-9E10-4353-94F1-4F748F2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2952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398DA-0EFF-4C27-9DD3-8DAEB6A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EF6D0-71AC-4E9B-B946-B91DF7FD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itoa 命名冲突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19709-FDA8-4525-98AC-E33691E0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47950"/>
            <a:ext cx="2590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MinGW 系统头已有 itoa；项目内部辅助函数改名为 mt_itoa。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300DB-2183-4474-A912-3AB4CC84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29527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EDE40-31CE-45AA-B5B9-0429A74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29228-FFA6-4CA5-8630-F30FF0B1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050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GCC 15 严格警告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C7EEE-4C99-4CDF-A2A8-126A52D5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2590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旧代码指针类型问题用局部 CFLAGS 降级为警告。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33DA2-2656-4973-9FD3-D075EF18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95875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9D6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9D62"/>
                </a:solidFill>
                <a:latin typeface="Aptos"/>
                <a:ea typeface="Aptos"/>
                <a:cs typeface="Aptos"/>
              </a:rPr>
              <a:t>原则：只改当前仓库，不做全局安装，不污染系统环境。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892D4-BA7E-4CAD-92E5-E25BE3F6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FCDFF-F8AF-4C32-A9EA-1FF348B3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中期报告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7B8F6-4E82-4C07-853D-6F86C7B5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51437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DDB8A3-F3C4-47EB-B8F9-2FF37424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5FD4F-3FD2-4878-9339-90577187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DF5DA-0818-40BB-B9BC-E309AFC5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1D0D6-7CF8-41A5-88E6-4453BC67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RISKS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55AA1-ED86-43DA-9D5B-E9B4A92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当前边界清楚，下一步重点是扩大支持范围。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CB482-4222-48D1-BDEB-7CEB826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目前只处理一维 float；这既是限制，也是可控原型边界。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5F4F0-1CD8-4BA6-8075-57B991F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4C804-4A94-410A-80FB-A64094C1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18949-FDF8-46C2-A6EB-2C8F6DF6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当前限制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1FA5C-2720-412C-AF3C-9F2CB282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781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只支持一维、float、单 tuple、K 和 X 索引完全一致。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3C74E-D676-4DD6-A1D5-553A4A15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B726A-978D-42AA-8B31-542AAF67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3C044-C80E-41CE-B682-9B6CA9D5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669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近期计划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FC526-30A9-4230-8092-D5C0FEC9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09850"/>
            <a:ext cx="2781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增加不同稀疏率和非零分布测试，检查生成代码规模。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68895-3707-4E95-8BD0-4CC95D26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32F01-7519-4C92-B6E4-F497127A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BAB71-A572-453C-99C9-B3FAECD9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远期扩展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CE0F7-D01A-4DCD-BCE0-0EF9CDFB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9850"/>
            <a:ext cx="2781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支持 double、多维数组、稀疏矩阵向量乘法和代价模型。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FE8C7-7BDB-438B-9BB5-3B8CBBA5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最重要的下一步：从正确性验证走向更多样例和性能评估。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BA59D-432A-49B2-80C0-283C1358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E8296-1D2F-47DA-8968-0450F77D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中期报告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FACAF-9AEE-4EA6-A40C-325A315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47069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2A5635-B0F5-409C-BC22-A0447702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625BF-2AB8-41B0-A0C9-3E3DC141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6B2BD-2EBB-4DE9-855E-6D309F0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61FB4-0F8F-4C18-BC99-B02C07CF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A7887-60FD-4B6F-86FE-5252AF5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中期成果已经从设计走到可运行原型。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40BB4-589A-4F23-A3FF-F4D8E2A9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762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它证明了 MetaTensor 插件机制可以承载生成期数据特征优化。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0F4DC-4C4C-4AA0-BF55-77D7D66F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A382A-A111-4738-9D1E-D5C34A1E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6BFF"/>
                </a:solidFill>
                <a:latin typeface="Aptos"/>
                <a:ea typeface="Aptos"/>
                <a:cs typeface="Aptos"/>
              </a:rPr>
              <a:t>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D9B61-9D96-4F7E-B0F0-30D1EF1A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插件原型与注册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FE04B-506C-4439-8D4E-FF7C4092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526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94F6E-E6C4-4AE9-B638-D72F94AC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43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E9A8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E9A8A"/>
                </a:solidFill>
                <a:latin typeface="Aptos"/>
                <a:ea typeface="Aptos"/>
                <a:cs typeface="Aptos"/>
              </a:rPr>
              <a:t>已完成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9C441-4B46-43C8-9A6E-B66FA93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测试与验证程序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F673B-E4FB-4451-A481-64A937B5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526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EBFA4-6DAE-4D44-9523-0D3F108A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E9D6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E9D62"/>
                </a:solidFill>
                <a:latin typeface="Aptos"/>
                <a:ea typeface="Aptos"/>
                <a:cs typeface="Aptos"/>
              </a:rPr>
              <a:t>已通过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633A2-216D-458F-85EA-5D69B36C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384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本地验证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4D4C6-6B5F-4D5A-9D95-69B08142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52650"/>
            <a:ext cx="1714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7BA79-66E6-436E-8E83-071DA60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7952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C7952D"/>
                </a:solidFill>
                <a:latin typeface="Aptos"/>
                <a:ea typeface="Aptos"/>
                <a:cs typeface="Aptos"/>
              </a:rPr>
              <a:t>待扩展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30ED9-B03E-4C7B-B066-655C575F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384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类型与维度范围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CCC78-0131-43B8-AAB5-325F1059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阶段结论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7FB94-67A0-4CB0-B23C-65A8E5B8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本阶段已经证明：MetaTensor 可以在 block2data 插件中利用 region_direct 常量数据的稀疏性，把高层计算特征转化为更精简的 C99 运行期代码。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B435B-C820-42B6-803D-4F2F879A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5BAAE-B81E-4350-BA96-22FF39C2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86"/>
                </a:solidFill>
                <a:latin typeface="Aptos"/>
                <a:ea typeface="Aptos"/>
                <a:cs typeface="Aptos"/>
              </a:rPr>
              <a:t>MetaTensor 稀疏常量乘法代码生成优化 | 中期报告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AF78F-E776-4C95-B4E9-15BBD99C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0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0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2625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2026-06-12T15:23:47.6980000Z</dcterms:created>
  <dcterms:modified xsi:type="dcterms:W3CDTF">2026-06-12T15:23:47.6980000Z</dcterms:modified>
</coreProperties>
</file>